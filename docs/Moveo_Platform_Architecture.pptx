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8" d="100"/>
          <a:sy n="68" d="100"/>
        </p:scale>
        <p:origin x="37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3E318E5-3246-6948-F8BF-17BE8F5792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431"/>
            <a:ext cx="16256000" cy="9148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463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3E3B817-C3BA-730D-85EB-6AB59E722D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985"/>
            <a:ext cx="16256000" cy="90660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9B3FCE2-4494-D89F-4E73-D0175CDD5D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985"/>
            <a:ext cx="16256000" cy="906603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7664DDB-2BE4-BD32-8B7B-010B0B7B91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985"/>
            <a:ext cx="16256000" cy="90660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056B1F1-44F3-FA8B-8A78-63CBF26311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985"/>
            <a:ext cx="16256000" cy="90660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B00378F-08A5-E5E3-478E-3DAC997967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985"/>
            <a:ext cx="16256000" cy="90660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BDF29DB-45CE-5EB3-C7E6-51D2890367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985"/>
            <a:ext cx="16256000" cy="906603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D1500A3-5D2A-3A4B-D15B-C68366CCE2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985"/>
            <a:ext cx="16256000" cy="906603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837AC90-E3D8-D776-CEBE-CC21C468B8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985"/>
            <a:ext cx="16256000" cy="906603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BF495F5-7800-C715-E4D9-4AF33C9369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985"/>
            <a:ext cx="16256000" cy="906603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0</Words>
  <Application>Microsoft Office PowerPoint</Application>
  <PresentationFormat>Custom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Aditya Gaur</cp:lastModifiedBy>
  <cp:revision>3</cp:revision>
  <dcterms:created xsi:type="dcterms:W3CDTF">2006-08-16T00:00:00Z</dcterms:created>
  <dcterms:modified xsi:type="dcterms:W3CDTF">2026-08-20T03:38:12Z</dcterms:modified>
</cp:coreProperties>
</file>